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E8542E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37360" y="4663440"/>
            <a:ext cx="3657600" cy="3657600"/>
          </a:xfrm>
          <a:prstGeom prst="ellipse">
            <a:avLst/>
          </a:prstGeom>
          <a:solidFill>
            <a:srgbClr val="2E8B84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CRACKER HOUSE  ×  곰표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곰표 홈파티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크래커하우스 × 곰표 홈파티 콜라보레이션 기획안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A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곰표 한 봉지로 여는, 우리 집 홈파티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Timeless  ·  크래커 문방구 프로젝트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홈파티인가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홈파티는 특별한 이유 없이 친구들과 반복적으로 모이는 이벤트다.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생일 같은 연 1회성 명분이 필요 없어 재방문 구조를 만들기에 유리하고,</a:t>
            </a:r>
            <a:endParaRPr lang="en-US" sz="16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 방문 이벤트라 객단가와 체류시간도 자연스럽게 늘어난다.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10881360" cy="2194560"/>
          </a:xfrm>
          <a:prstGeom prst="roundRect">
            <a:avLst>
              <a:gd name="adj" fmla="val 5000"/>
            </a:avLst>
          </a:prstGeom>
          <a:solidFill>
            <a:srgbClr val="E4EAF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703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"이유 없이 노는 것" 자체가 정체성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420624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의무적으로 챙기는 이벤트가 아니라, 즐거움 자체가 목적인 이벤트라는 점에서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홈파티는 크래커하우스의 '철들지 않는 취향'을 가장 직접적으로 체현하는 형식이다.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AMERICAN, BUT KOREAN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'미국식'이 아니라 '한국식 레트로 홈파티'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하우스파티의 음주·클리셰 이미지 대신, '정기적으로 모이는 문화'라는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정서만 차용하고 시각적 표현은 한국 브랜드 헤리티지로 재해석한다.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2E8B8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1089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차용하는 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정기적으로 모이는 문화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 함께 무언가를 만들어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먹는 캐주얼한 형식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28346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6B6B6B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31089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배제하는 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370332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음주 중심 이미지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대학 파티의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시각적 클리셰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28346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E8542E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31089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재해석 무드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370332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국민 브랜드의 레트로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 디자인, 한국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가정집의 다과상 정서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타겟: 2040 키덜트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나이는 20대부터 40대까지, 취향은 하나로 통합되는 소비층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E8542E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5603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뉴트로 소비 경험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342900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곰표 팝콘·맥주·패딩 등 뉴트로 콜라보 굿즈를 이미 소비해 본 성인층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2E8B84"/>
          </a:solidFill>
          <a:ln/>
        </p:spPr>
      </p:sp>
      <p:sp>
        <p:nvSpPr>
          <p:cNvPr id="9" name="Text 7"/>
          <p:cNvSpPr/>
          <p:nvPr/>
        </p:nvSpPr>
        <p:spPr>
          <a:xfrm>
            <a:off x="4681728" y="25603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소모임 문화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81728" y="342900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친구들과 정기 모임을 SNS에 기록하는 소모임 문화 보유층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38160" y="22860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8430768" y="25603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명분 없는 모임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30768" y="342900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특별한 명분 없이도 '모임 자체'를 콘텐츠로 소비하는 세대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GOMPYO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콜라보 파트너 — 왜 곰표인가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4EAF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01952"/>
            <a:ext cx="26517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유명도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49040" y="1901952"/>
            <a:ext cx="74980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1952년부터 이어진 국민 브랜드, 국내 뉴트로 콜라보의 원조 격 (맥주·팝콘·패딩·화장품)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898648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DCEEE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17520"/>
            <a:ext cx="26517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빈티지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0" y="3017520"/>
            <a:ext cx="74980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곰 마스코트와 로고 타이포 자체가 이미 완성된 레트로 아이콘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014216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BE3D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133088"/>
            <a:ext cx="26517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철들지 않는 취향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4133088"/>
            <a:ext cx="74980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산업재(밀가루)를 패션·굿즈로 소비하는 것 자체가 '웃자고 하는 소비'의 대표 사례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129784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4EAF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248656"/>
            <a:ext cx="26517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홈파티 소재 연결성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49040" y="5248656"/>
            <a:ext cx="74980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밀가루 → 베이킹 → 홈파티 다과로 자연스럽게 이어지는 서사 구조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협업이 정체성을 해치지 않는 이유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FBE3D8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488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E8542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철들지 않는 취향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46177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곰표는 산업 브랜드였지만, 지금은 성인들이 패딩·맥주·화장품으로 적극 소비하는 '웃음 포인트'다. 진지한 산업재를 유희로 재해석하는 소비 방식 자체가 정확히 같은 결이다.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DCEEEC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1488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2E8B84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48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27889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빈티지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37960" y="3429000"/>
            <a:ext cx="46177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곰표의 로고·서체·패키지 디자인은 이미 그 자체로 완성된 국내 레트로 아이콘. 크래커하우스의 문방구 정서와 만나 두 결의 국내 빈티지가 겹쳐진다.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곰표 홈파티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0A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부제: 크래커하우스 × 곰표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3566160"/>
            <a:ext cx="27432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947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2040 키덜트가 특별한 명분 없이도 정기적으로 모여, 곰표 밀가루로 직접 만든</a:t>
            </a:r>
            <a:endParaRPr lang="en-US" sz="17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다과와 함께 크래커하우스의 레트로 정서를 즐기는 상시·반복형 콜라보레이션.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120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A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초대장 발행 → 그룹 체크인 → 곰표 베이킹 워크숍 → 다과 홈파티 → 포토존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공간 구성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E4EAF2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1089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베이킹 클래스 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70332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곰표 밀가루로 직접 과자·빵을 만드는 체험형 공간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9659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DCEEEC"/>
          </a:solidFill>
          <a:ln/>
        </p:spPr>
      </p:sp>
      <p:sp>
        <p:nvSpPr>
          <p:cNvPr id="10" name="Shape 8"/>
          <p:cNvSpPr/>
          <p:nvPr/>
        </p:nvSpPr>
        <p:spPr>
          <a:xfrm>
            <a:off x="4800600" y="2286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00600" y="31089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홈파티 다이닝 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370332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완성한 다과를 나눠 먹는 좌식 거실 형태의 공간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9659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BE3D8"/>
          </a:solidFill>
          <a:ln/>
        </p:spPr>
      </p:sp>
      <p:sp>
        <p:nvSpPr>
          <p:cNvPr id="15" name="Shape 13"/>
          <p:cNvSpPr/>
          <p:nvPr/>
        </p:nvSpPr>
        <p:spPr>
          <a:xfrm>
            <a:off x="8641080" y="2286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41080" y="31089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포토존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41080" y="370332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곰표 레트로 패키지 × 크래커하우스 문방구 소품이 어우러진 촬영존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GOODS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프로그램 &amp; 굿즈 — 반복 구조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프로그램 (반복 구조)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주간·시즌 테마 초대장 발행 — 매번 다른 베이킹 메뉴로 재방문 유도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 체크인 시 곰표×크래커하우스 굿즈 뽑기 — 인원수 비례 증정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만드는 다과 공유 프로그램 — 완성한 결과물을 그 자리에서 나눔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783080"/>
            <a:ext cx="0" cy="402336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굿즈 · 상품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219456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곰표 × 크래커하우스 콜라보 앞치마·베이킹 키트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레트로 패키지 디자인의 홈파티 스낵 박스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즉석 인화 포토카드 (곰표 캐릭터 프레임)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홈파티 룸 데코 미니 세트 (가랜드·풍선·레트로 스티커)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기대 효과 &amp; 리스크 보완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100"/>
              </a:lnSpc>
              <a:spcAft>
                <a:spcPts val="1300"/>
              </a:spcAft>
              <a:buSzPct val="100000"/>
              <a:buChar char="●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체험형 베이킹 프로그램으로 체류시간·객단가 동반 상승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1300"/>
              </a:spcAft>
              <a:buSzPct val="100000"/>
              <a:buChar char="●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명분 없이 반복 가능한 구조로 상시 방문 동기 창출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1300"/>
              </a:spcAft>
              <a:buSzPct val="100000"/>
              <a:buChar char="●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완성한 다과·포토존을 통한 SNS 자발적 콘텐츠 생산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1300"/>
              </a:spcAft>
              <a:buSzPct val="100000"/>
              <a:buChar char="●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대표 뉴트로 브랜드 협업으로 정체성 재확인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783080"/>
            <a:ext cx="0" cy="402336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리스크 &amp; 보완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219456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100"/>
              </a:lnSpc>
              <a:spcAft>
                <a:spcPts val="1300"/>
              </a:spcAft>
              <a:buSzPct val="100000"/>
              <a:buChar char="●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라이선스·원재료 공급 협의 부담 → 시즌 한정 팝업으로 협상 범위 축소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1300"/>
              </a:spcAft>
              <a:buSzPct val="100000"/>
              <a:buChar char="●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베이킹 체험 위생·안전 관리 필요 → 사전 포장 반죽 키트로 과정 단순화</a:t>
            </a:r>
            <a:endParaRPr lang="en-US" sz="1300" dirty="0"/>
          </a:p>
          <a:p>
            <a:pPr marL="342900" indent="-342900">
              <a:lnSpc>
                <a:spcPts val="2100"/>
              </a:lnSpc>
              <a:spcAft>
                <a:spcPts val="1300"/>
              </a:spcAft>
              <a:buSzPct val="100000"/>
              <a:buChar char="●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 방문 특성상 개인 방문객 소외 → 1인 참여형 미니 클래스 병행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F3A5F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2E8B84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밀가루 한 봉지가,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홈파티가 된다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A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Cracker House × 곰표  —  곰표 홈파티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Timeless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2026-08-20T01:14:50Z</dcterms:created>
  <dcterms:modified xsi:type="dcterms:W3CDTF">2026-08-20T01:14:50Z</dcterms:modified>
</cp:coreProperties>
</file>